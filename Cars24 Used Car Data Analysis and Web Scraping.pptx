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200B3F0-A9BC-48CE-8EB6-ECE965069900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2683-E6E7-4CC3-9EEE-7854DD4F3545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20F81-B39D-4CBB-8BF3-5D6E395D0F72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FFFF-3106-4DDB-AA62-0C80862170D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38B7-AE95-4DC8-9A51-7A71F545B098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EC2B-8188-4AC2-9F0D-8D09C51D505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B75E-944F-430B-BE5F-C69FA8823C04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4C9D-4618-451D-80C1-6A376BB42AB4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4B320A-89BA-47B2-A525-92E8D10B06E4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DEFF-03CF-B2C0-CC76-55CC98483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Cars24 Used Car Data Analysis and Web Scraping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2511B-7487-81D8-0281-83F1D2BD6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Presented by:</a:t>
            </a:r>
            <a:br>
              <a:rPr lang="en-IN" dirty="0">
                <a:solidFill>
                  <a:schemeClr val="bg2"/>
                </a:solidFill>
              </a:rPr>
            </a:br>
            <a:r>
              <a:rPr lang="en-IN" b="1" dirty="0" err="1">
                <a:solidFill>
                  <a:schemeClr val="bg2"/>
                </a:solidFill>
              </a:rPr>
              <a:t>Badineni</a:t>
            </a:r>
            <a:r>
              <a:rPr lang="en-IN" b="1" dirty="0">
                <a:solidFill>
                  <a:schemeClr val="bg2"/>
                </a:solidFill>
              </a:rPr>
              <a:t> Manikanta Koushik</a:t>
            </a:r>
            <a:br>
              <a:rPr lang="en-IN" dirty="0">
                <a:solidFill>
                  <a:schemeClr val="bg2"/>
                </a:solidFill>
              </a:rPr>
            </a:br>
            <a:r>
              <a:rPr lang="en-IN" dirty="0">
                <a:solidFill>
                  <a:schemeClr val="bg2"/>
                </a:solidFill>
              </a:rPr>
              <a:t>batch-513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90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42C3D-AB6C-1BFB-6C4C-22F8FE11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8EE8B-6B54-E04F-C3C2-598AAD781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96" y="2307770"/>
            <a:ext cx="9719875" cy="43978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800" b="1" dirty="0"/>
              <a:t>Problem</a:t>
            </a:r>
          </a:p>
          <a:p>
            <a:pPr marL="0" indent="0">
              <a:buNone/>
            </a:pPr>
            <a:r>
              <a:rPr lang="en-IN" sz="2800" dirty="0"/>
              <a:t>The used car market in India is growing rapidly, but understanding trends across cities and brands requires data-driven analysis.</a:t>
            </a:r>
          </a:p>
          <a:p>
            <a:pPr marL="0" indent="0">
              <a:buNone/>
            </a:pPr>
            <a:r>
              <a:rPr lang="en-IN" sz="2800" b="1" dirty="0"/>
              <a:t>Objective</a:t>
            </a:r>
          </a:p>
          <a:p>
            <a:pPr marL="0" indent="0">
              <a:buNone/>
            </a:pPr>
            <a:r>
              <a:rPr lang="en-IN" sz="2800" dirty="0"/>
              <a:t>Scrape used car data from Cars24. </a:t>
            </a:r>
          </a:p>
          <a:p>
            <a:pPr marL="0" indent="0">
              <a:buNone/>
            </a:pPr>
            <a:r>
              <a:rPr lang="en-IN" sz="2800" dirty="0" err="1"/>
              <a:t>Analyze</a:t>
            </a:r>
            <a:r>
              <a:rPr lang="en-IN" sz="2800" dirty="0"/>
              <a:t> area-wise used car availability. </a:t>
            </a:r>
          </a:p>
          <a:p>
            <a:pPr marL="0" indent="0">
              <a:buNone/>
            </a:pPr>
            <a:r>
              <a:rPr lang="en-IN" sz="2800" dirty="0" err="1"/>
              <a:t>Analyze</a:t>
            </a:r>
            <a:r>
              <a:rPr lang="en-IN" sz="2800" dirty="0"/>
              <a:t> brand-wise used car distribution. </a:t>
            </a:r>
          </a:p>
          <a:p>
            <a:pPr marL="0" indent="0">
              <a:buNone/>
            </a:pPr>
            <a:r>
              <a:rPr lang="en-IN" sz="2800" dirty="0"/>
              <a:t>Generate meaningful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91782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E239521-4E27-466E-9087-5C3D9CD1C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939603-6562-4246-A9A6-CE0657B91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88B391-2267-4070-940E-1DFC16029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843D276-7F19-4B7B-A3C9-E92CF9825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8BF858F-F5FD-4A7D-A74C-4DB4D07E1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F6D2125-7D86-4D93-A5CB-0BCFE524B8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A20C10-8367-4EE7-84F1-DA8FC32011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D2F7B40-09B0-4DD4-B504-7BE155EED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FFDC92C-6387-4BF1-9976-A0B078CE8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2D368DE5-EE93-47F4-A759-0D6F94E1F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6AD4D91-560B-4DF8-B52B-A6BF83A6E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12BC828-FAAE-455F-91DC-7ADCAC9DA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318E6C-62A2-5939-F324-8228E4030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3133726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30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E104-1850-F942-4286-556474E1E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Python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 BeautifulSoup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 Pandas 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Matplotlib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 Seaborn 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Jupyter Notebook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DF8A-480D-4BB4-B603-B70596CFD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8D440A-E62F-ED9E-B1AF-B91C6A606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44483"/>
              </p:ext>
            </p:extLst>
          </p:nvPr>
        </p:nvGraphicFramePr>
        <p:xfrm>
          <a:off x="5194607" y="1105606"/>
          <a:ext cx="6391534" cy="4646792"/>
        </p:xfrm>
        <a:graphic>
          <a:graphicData uri="http://schemas.openxmlformats.org/drawingml/2006/table">
            <a:tbl>
              <a:tblPr/>
              <a:tblGrid>
                <a:gridCol w="3039921">
                  <a:extLst>
                    <a:ext uri="{9D8B030D-6E8A-4147-A177-3AD203B41FA5}">
                      <a16:colId xmlns:a16="http://schemas.microsoft.com/office/drawing/2014/main" val="4169569119"/>
                    </a:ext>
                  </a:extLst>
                </a:gridCol>
                <a:gridCol w="3351613">
                  <a:extLst>
                    <a:ext uri="{9D8B030D-6E8A-4147-A177-3AD203B41FA5}">
                      <a16:colId xmlns:a16="http://schemas.microsoft.com/office/drawing/2014/main" val="252882361"/>
                    </a:ext>
                  </a:extLst>
                </a:gridCol>
              </a:tblGrid>
              <a:tr h="580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Technology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893211"/>
                  </a:ext>
                </a:extLst>
              </a:tr>
              <a:tr h="580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Programming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853182"/>
                  </a:ext>
                </a:extLst>
              </a:tr>
              <a:tr h="580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Requests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Fetch Website Data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358548"/>
                  </a:ext>
                </a:extLst>
              </a:tr>
              <a:tr h="580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BeautifulSoup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Web Scraping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13366"/>
                  </a:ext>
                </a:extLst>
              </a:tr>
              <a:tr h="580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Pandas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Data Analysis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25911"/>
                  </a:ext>
                </a:extLst>
              </a:tr>
              <a:tr h="580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Matplotlib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Visualization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516030"/>
                  </a:ext>
                </a:extLst>
              </a:tr>
              <a:tr h="580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Seaborn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Visualization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669206"/>
                  </a:ext>
                </a:extLst>
              </a:tr>
              <a:tr h="580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Jupyter Notebook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effectLst/>
                          <a:latin typeface="Arial" panose="020B0604020202020204" pitchFamily="34" charset="0"/>
                        </a:rPr>
                        <a:t>Development</a:t>
                      </a:r>
                    </a:p>
                  </a:txBody>
                  <a:tcPr marL="132011" marR="132011" marT="66006" marB="660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413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54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787E-8369-5B2A-9E6A-03BE2ABC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8907-6E13-998D-69FA-52EC444F6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9393" y="2351314"/>
            <a:ext cx="2334177" cy="4506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Cars24 Website</a:t>
            </a:r>
          </a:p>
          <a:p>
            <a:pPr marL="0" indent="0">
              <a:buNone/>
            </a:pPr>
            <a:r>
              <a:rPr lang="en-IN" dirty="0"/>
              <a:t>          ↓</a:t>
            </a:r>
          </a:p>
          <a:p>
            <a:pPr marL="0" indent="0">
              <a:buNone/>
            </a:pPr>
            <a:r>
              <a:rPr lang="en-IN" dirty="0"/>
              <a:t>Web Scraping</a:t>
            </a:r>
          </a:p>
          <a:p>
            <a:pPr marL="0" indent="0">
              <a:buNone/>
            </a:pPr>
            <a:r>
              <a:rPr lang="en-IN" dirty="0"/>
              <a:t>          ↓</a:t>
            </a:r>
          </a:p>
          <a:p>
            <a:pPr marL="0" indent="0">
              <a:buNone/>
            </a:pPr>
            <a:r>
              <a:rPr lang="en-IN" dirty="0"/>
              <a:t> Dataset Creation</a:t>
            </a:r>
          </a:p>
          <a:p>
            <a:pPr marL="0" indent="0">
              <a:buNone/>
            </a:pPr>
            <a:r>
              <a:rPr lang="en-IN" dirty="0"/>
              <a:t>          ↓</a:t>
            </a:r>
          </a:p>
          <a:p>
            <a:pPr marL="0" indent="0">
              <a:buNone/>
            </a:pPr>
            <a:r>
              <a:rPr lang="en-IN" dirty="0"/>
              <a:t> Data Cleaning</a:t>
            </a:r>
          </a:p>
          <a:p>
            <a:pPr marL="0" indent="0">
              <a:buNone/>
            </a:pPr>
            <a:r>
              <a:rPr lang="en-IN" dirty="0"/>
              <a:t>          ↓</a:t>
            </a:r>
          </a:p>
          <a:p>
            <a:pPr marL="0" indent="0">
              <a:buNone/>
            </a:pPr>
            <a:r>
              <a:rPr lang="en-IN" dirty="0"/>
              <a:t>      EDA</a:t>
            </a:r>
          </a:p>
          <a:p>
            <a:pPr marL="0" indent="0">
              <a:buNone/>
            </a:pPr>
            <a:r>
              <a:rPr lang="en-IN" dirty="0"/>
              <a:t>          ↓</a:t>
            </a:r>
          </a:p>
          <a:p>
            <a:pPr marL="0" indent="0">
              <a:buNone/>
            </a:pPr>
            <a:r>
              <a:rPr lang="en-IN" dirty="0"/>
              <a:t>    Insights</a:t>
            </a:r>
          </a:p>
        </p:txBody>
      </p:sp>
    </p:spTree>
    <p:extLst>
      <p:ext uri="{BB962C8B-B14F-4D97-AF65-F5344CB8AC3E}">
        <p14:creationId xmlns:p14="http://schemas.microsoft.com/office/powerpoint/2010/main" val="4275075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5AE5-8420-0276-5282-AABD1400D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2B09D6-9984-58BB-FD99-597B5606A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772" y="2379187"/>
            <a:ext cx="11669485" cy="2181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D0E964-F814-6C57-E6F8-7A6C2307C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121" y="4561114"/>
            <a:ext cx="5235757" cy="229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3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DCF6162-C90D-43BF-B7E4-A7B29A16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895F9A-4951-41A7-988E-E4426D51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73CCBF7-E635-45F0-9262-B1378FECE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95F2453-17DE-4864-ADA2-6D234F95C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4DD539-16E2-48D1-9557-24281434B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5EA950-BF18-4722-B2FD-04D357983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71AB5E-77FB-4315-8B22-845D24C70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ED4165-1756-4A80-90B1-FFF8AD7F2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C1FF9ED-0EB6-4CEF-83F7-B5791297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F4860A4-6A75-4E92-905D-FA03EEDB8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02C09-271D-420F-EF79-DBF534E59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3" y="1113062"/>
            <a:ext cx="3382297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Area Wise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4B8A5F-66AE-ADF4-0587-BE63648F6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4834" y="1113063"/>
            <a:ext cx="6691734" cy="48849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00726-3927-37F4-139F-1232566C5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835" y="1113062"/>
            <a:ext cx="6709920" cy="48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5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DCF6162-C90D-43BF-B7E4-A7B29A16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895F9A-4951-41A7-988E-E4426D51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73CCBF7-E635-45F0-9262-B1378FECE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95F2453-17DE-4864-ADA2-6D234F95C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4DD539-16E2-48D1-9557-24281434B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5EA950-BF18-4722-B2FD-04D357983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71AB5E-77FB-4315-8B22-845D24C70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ED4165-1756-4A80-90B1-FFF8AD7F2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C1FF9ED-0EB6-4CEF-83F7-B5791297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F4860A4-6A75-4E92-905D-FA03EEDB8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44FB-7D27-3E29-2A9A-53B0FE7F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3" y="1113062"/>
            <a:ext cx="3382297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Brand Wise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02F5DD-8903-0D44-A71C-D883F92EE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4834" y="1113063"/>
            <a:ext cx="6340764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897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9FA8-27EF-9AF3-FD67-4245A145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4BA3-35F4-7898-8E47-F0339D1CD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83" y="2296886"/>
            <a:ext cx="9959360" cy="4561114"/>
          </a:xfrm>
        </p:spPr>
        <p:txBody>
          <a:bodyPr>
            <a:normAutofit/>
          </a:bodyPr>
          <a:lstStyle/>
          <a:p>
            <a:r>
              <a:rPr lang="en-IN" b="1" dirty="0"/>
              <a:t>Key Insights</a:t>
            </a:r>
          </a:p>
          <a:p>
            <a:pPr>
              <a:buFont typeface="+mj-lt"/>
              <a:buAutoNum type="arabicPeriod"/>
            </a:pPr>
            <a:r>
              <a:rPr lang="en-IN" dirty="0"/>
              <a:t>Successfully scraped Cars24 data. </a:t>
            </a:r>
          </a:p>
          <a:p>
            <a:pPr>
              <a:buFont typeface="+mj-lt"/>
              <a:buAutoNum type="arabicPeriod"/>
            </a:pPr>
            <a:r>
              <a:rPr lang="en-IN" dirty="0"/>
              <a:t>Performed area-wise analysis. </a:t>
            </a:r>
          </a:p>
          <a:p>
            <a:pPr>
              <a:buFont typeface="+mj-lt"/>
              <a:buAutoNum type="arabicPeriod"/>
            </a:pPr>
            <a:r>
              <a:rPr lang="en-IN" dirty="0"/>
              <a:t>Performed brand-wise analysis. </a:t>
            </a:r>
          </a:p>
          <a:p>
            <a:pPr>
              <a:buFont typeface="+mj-lt"/>
              <a:buAutoNum type="arabicPeriod"/>
            </a:pPr>
            <a:r>
              <a:rPr lang="en-IN" dirty="0"/>
              <a:t>Generated visual insights. </a:t>
            </a:r>
          </a:p>
          <a:p>
            <a:r>
              <a:rPr lang="en-IN" b="1" dirty="0"/>
              <a:t>Future Scope</a:t>
            </a:r>
          </a:p>
          <a:p>
            <a:pPr>
              <a:buFont typeface="+mj-lt"/>
              <a:buAutoNum type="arabicPeriod"/>
            </a:pPr>
            <a:r>
              <a:rPr lang="en-IN" dirty="0"/>
              <a:t>Price prediction model. </a:t>
            </a:r>
          </a:p>
          <a:p>
            <a:pPr>
              <a:buFont typeface="+mj-lt"/>
              <a:buAutoNum type="arabicPeriod"/>
            </a:pPr>
            <a:r>
              <a:rPr lang="en-IN" dirty="0"/>
              <a:t>Machine learning recommendations. </a:t>
            </a:r>
          </a:p>
          <a:p>
            <a:pPr>
              <a:buFont typeface="+mj-lt"/>
              <a:buAutoNum type="arabicPeriod"/>
            </a:pPr>
            <a:r>
              <a:rPr lang="en-IN" dirty="0"/>
              <a:t>Real-time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184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78</TotalTime>
  <Words>164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Cars24 Used Car Data Analysis and Web Scraping</vt:lpstr>
      <vt:lpstr>Problem Statement</vt:lpstr>
      <vt:lpstr>Technologies Used</vt:lpstr>
      <vt:lpstr>Methodology</vt:lpstr>
      <vt:lpstr>Dataset Overview</vt:lpstr>
      <vt:lpstr>Area Wise Analysis</vt:lpstr>
      <vt:lpstr>Brand Wise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koushik patel</dc:creator>
  <cp:lastModifiedBy>koushik patel</cp:lastModifiedBy>
  <cp:revision>2</cp:revision>
  <dcterms:created xsi:type="dcterms:W3CDTF">2026-06-22T12:38:10Z</dcterms:created>
  <dcterms:modified xsi:type="dcterms:W3CDTF">2026-06-24T10:11:26Z</dcterms:modified>
</cp:coreProperties>
</file>